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6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27221" y="477794"/>
            <a:ext cx="11500021" cy="4308389"/>
          </a:xfrm>
        </p:spPr>
        <p:txBody>
          <a:bodyPr>
            <a:normAutofit fontScale="90000"/>
          </a:bodyPr>
          <a:lstStyle/>
          <a:p>
            <a:r>
              <a:rPr lang="ru-RU" sz="3800" b="1" dirty="0"/>
              <a:t>Студент:</a:t>
            </a:r>
            <a:r>
              <a:rPr lang="ru-RU" sz="3800" dirty="0"/>
              <a:t> Кононов Тимофей Александрович</a:t>
            </a:r>
            <a:br>
              <a:rPr lang="ru-RU" sz="3800" dirty="0"/>
            </a:br>
            <a:r>
              <a:rPr lang="ru-RU" sz="3800" b="1" dirty="0"/>
              <a:t>Группа:</a:t>
            </a:r>
            <a:r>
              <a:rPr lang="ru-RU" sz="3800" dirty="0"/>
              <a:t> 23П-1</a:t>
            </a:r>
            <a:br>
              <a:rPr lang="ru-RU" sz="3800" dirty="0"/>
            </a:br>
            <a:r>
              <a:rPr lang="ru-RU" sz="3800" b="1" dirty="0"/>
              <a:t>Специальность:</a:t>
            </a:r>
            <a:r>
              <a:rPr lang="ru-RU" sz="3800" dirty="0"/>
              <a:t> 09.02.07 Информационные системы и программирование</a:t>
            </a:r>
            <a:br>
              <a:rPr lang="ru-RU" sz="3800" dirty="0"/>
            </a:br>
            <a:r>
              <a:rPr lang="ru-RU" sz="3800" b="1" dirty="0"/>
              <a:t>Руководитель практики</a:t>
            </a:r>
            <a:r>
              <a:rPr lang="en-US" sz="3800" b="1" dirty="0"/>
              <a:t>: </a:t>
            </a:r>
            <a:r>
              <a:rPr lang="ru-RU" sz="3800" dirty="0"/>
              <a:t>Калинин Арсений Олегович</a:t>
            </a:r>
            <a:br>
              <a:rPr lang="ru-RU" sz="3800" dirty="0"/>
            </a:br>
            <a:r>
              <a:rPr lang="ru-RU" sz="3800" b="1" dirty="0"/>
              <a:t>ПМ 04:</a:t>
            </a:r>
            <a:r>
              <a:rPr lang="ru-RU" sz="3800" dirty="0"/>
              <a:t> Сопровождение и обслуживание программного обеспечения компьютерных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11564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5616" y="113365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День 1. Настройка виртуальной среды и </a:t>
            </a:r>
            <a:r>
              <a:rPr lang="ru-RU" b="1" dirty="0" err="1"/>
              <a:t>Ubuntu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75017" y="1127770"/>
            <a:ext cx="8915400" cy="3131996"/>
          </a:xfrm>
        </p:spPr>
        <p:txBody>
          <a:bodyPr/>
          <a:lstStyle/>
          <a:p>
            <a:r>
              <a:rPr lang="en-US" b="1" dirty="0" err="1"/>
              <a:t>VirtualBox</a:t>
            </a:r>
            <a:r>
              <a:rPr lang="en-US" b="1" dirty="0"/>
              <a:t> + Ubuntu Server</a:t>
            </a:r>
            <a:endParaRPr lang="en-US" dirty="0"/>
          </a:p>
          <a:p>
            <a:r>
              <a:rPr lang="ru-RU" dirty="0"/>
              <a:t>Установил </a:t>
            </a:r>
            <a:r>
              <a:rPr lang="en-US" b="1" dirty="0"/>
              <a:t>Oracle </a:t>
            </a:r>
            <a:r>
              <a:rPr lang="en-US" b="1" dirty="0" err="1"/>
              <a:t>VirtualBox</a:t>
            </a:r>
            <a:endParaRPr lang="en-US" dirty="0"/>
          </a:p>
          <a:p>
            <a:r>
              <a:rPr lang="ru-RU" dirty="0"/>
              <a:t>Развернул </a:t>
            </a:r>
            <a:r>
              <a:rPr lang="en-US" b="1" dirty="0"/>
              <a:t>Ubuntu Server</a:t>
            </a:r>
            <a:r>
              <a:rPr lang="en-US" dirty="0"/>
              <a:t>, </a:t>
            </a:r>
            <a:r>
              <a:rPr lang="ru-RU" dirty="0"/>
              <a:t>создал пользователя</a:t>
            </a:r>
          </a:p>
          <a:p>
            <a:r>
              <a:rPr lang="ru-RU" dirty="0"/>
              <a:t>Установил через терминал:</a:t>
            </a:r>
          </a:p>
          <a:p>
            <a:pPr lvl="1"/>
            <a:r>
              <a:rPr lang="ru-RU" dirty="0"/>
              <a:t>Антивирус </a:t>
            </a:r>
            <a:r>
              <a:rPr lang="en-US" dirty="0" err="1"/>
              <a:t>ClamAV</a:t>
            </a:r>
            <a:endParaRPr lang="en-US" dirty="0"/>
          </a:p>
          <a:p>
            <a:pPr lvl="1"/>
            <a:r>
              <a:rPr lang="ru-RU" dirty="0"/>
              <a:t>Архиватор 7</a:t>
            </a:r>
            <a:r>
              <a:rPr lang="en-US" dirty="0"/>
              <a:t>zip</a:t>
            </a:r>
          </a:p>
          <a:p>
            <a:pPr lvl="1"/>
            <a:r>
              <a:rPr lang="en-US" dirty="0" err="1"/>
              <a:t>LibreOffice</a:t>
            </a:r>
            <a:r>
              <a:rPr lang="en-US" dirty="0"/>
              <a:t>, Firefox, Evince (PDF)</a:t>
            </a:r>
          </a:p>
          <a:p>
            <a:r>
              <a:rPr lang="ru-RU" b="1" dirty="0"/>
              <a:t>Результат:</a:t>
            </a:r>
            <a:r>
              <a:rPr lang="ru-RU" dirty="0"/>
              <a:t> Готовая виртуальная машина с </a:t>
            </a:r>
            <a:r>
              <a:rPr lang="en-US" dirty="0"/>
              <a:t>Ubuntu </a:t>
            </a:r>
            <a:r>
              <a:rPr lang="ru-RU" dirty="0"/>
              <a:t>и базовым ПО.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BF83BC-1EE0-450B-89D7-33FE12CF93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9027" y="4259766"/>
            <a:ext cx="2852885" cy="259823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6D2435-85DB-4EAE-A1D4-58F829C18E2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46088" y="4259764"/>
            <a:ext cx="3367668" cy="25982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FC87C2-3E28-4F5F-AF70-C84A54A6BD4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073319" y="905674"/>
            <a:ext cx="2806662" cy="128089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B1D528-C4F1-4883-806C-82BEEFA33EE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042486" y="905674"/>
            <a:ext cx="1948994" cy="25982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0A1E37C-E4CE-4593-BE63-C14539311008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370956" y="4296219"/>
            <a:ext cx="3557239" cy="256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7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4957" y="162792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День 2. Установка </a:t>
            </a:r>
            <a:r>
              <a:rPr lang="ru-RU" b="1" dirty="0" err="1"/>
              <a:t>RedOS</a:t>
            </a:r>
            <a:r>
              <a:rPr lang="ru-RU" b="1" dirty="0"/>
              <a:t> и работа с БД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1244" y="1128584"/>
            <a:ext cx="9643978" cy="4975654"/>
          </a:xfrm>
        </p:spPr>
        <p:txBody>
          <a:bodyPr/>
          <a:lstStyle/>
          <a:p>
            <a:r>
              <a:rPr lang="en-US" b="1" dirty="0" err="1"/>
              <a:t>RedOS</a:t>
            </a:r>
            <a:r>
              <a:rPr lang="en-US" b="1" dirty="0"/>
              <a:t> + </a:t>
            </a:r>
            <a:r>
              <a:rPr lang="en-US" b="1" dirty="0" err="1"/>
              <a:t>RedDataBase</a:t>
            </a:r>
            <a:endParaRPr lang="en-US" dirty="0"/>
          </a:p>
          <a:p>
            <a:r>
              <a:rPr lang="ru-RU" dirty="0"/>
              <a:t>Развернул </a:t>
            </a:r>
            <a:r>
              <a:rPr lang="en-US" b="1" dirty="0" err="1"/>
              <a:t>RedOS</a:t>
            </a:r>
            <a:r>
              <a:rPr lang="en-US" dirty="0"/>
              <a:t>, </a:t>
            </a:r>
            <a:r>
              <a:rPr lang="ru-RU" dirty="0"/>
              <a:t>обновил систему</a:t>
            </a:r>
          </a:p>
          <a:p>
            <a:r>
              <a:rPr lang="ru-RU" dirty="0"/>
              <a:t>Установил: </a:t>
            </a:r>
            <a:r>
              <a:rPr lang="en-US" dirty="0" err="1"/>
              <a:t>LibreOffice</a:t>
            </a:r>
            <a:r>
              <a:rPr lang="en-US" dirty="0"/>
              <a:t>, </a:t>
            </a:r>
            <a:r>
              <a:rPr lang="en-US" dirty="0" err="1"/>
              <a:t>PeaZip</a:t>
            </a:r>
            <a:r>
              <a:rPr lang="en-US" dirty="0"/>
              <a:t>, PDF-reader, LMD, VS Code</a:t>
            </a:r>
          </a:p>
          <a:p>
            <a:r>
              <a:rPr lang="ru-RU" dirty="0"/>
              <a:t>Установил </a:t>
            </a:r>
            <a:r>
              <a:rPr lang="en-US" b="1" dirty="0" err="1"/>
              <a:t>RedDataBase</a:t>
            </a:r>
            <a:endParaRPr lang="en-US" dirty="0"/>
          </a:p>
          <a:p>
            <a:r>
              <a:rPr lang="ru-RU" dirty="0"/>
              <a:t>Создал и заполнил тестовую таблицу:</a:t>
            </a:r>
          </a:p>
          <a:p>
            <a:pPr lvl="1"/>
            <a:r>
              <a:rPr lang="en-US" dirty="0"/>
              <a:t>ID, </a:t>
            </a:r>
            <a:r>
              <a:rPr lang="en-US" dirty="0" err="1"/>
              <a:t>Firstname</a:t>
            </a:r>
            <a:r>
              <a:rPr lang="en-US" dirty="0"/>
              <a:t>, </a:t>
            </a:r>
            <a:r>
              <a:rPr lang="en-US" dirty="0" err="1"/>
              <a:t>Lastname</a:t>
            </a:r>
            <a:r>
              <a:rPr lang="en-US" dirty="0"/>
              <a:t>, age, </a:t>
            </a:r>
            <a:r>
              <a:rPr lang="en-US" dirty="0" err="1"/>
              <a:t>Groupname</a:t>
            </a:r>
            <a:endParaRPr lang="en-US" dirty="0"/>
          </a:p>
          <a:p>
            <a:r>
              <a:rPr lang="ru-RU" b="1" dirty="0"/>
              <a:t>Результат:</a:t>
            </a:r>
            <a:r>
              <a:rPr lang="ru-RU" dirty="0"/>
              <a:t> Работающая БД с тестовыми </a:t>
            </a:r>
            <a:r>
              <a:rPr lang="ru-RU"/>
              <a:t>данными.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EA3049-F0DB-43EA-A50C-B95D264023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8943" y="4572000"/>
            <a:ext cx="3031389" cy="2286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57BCFB-07EE-4D4F-83BC-7C707C09E06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672629" y="974451"/>
            <a:ext cx="1890303" cy="26231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148AD0-6FA4-4FB4-9FC1-2D705569B23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46517" y="4563343"/>
            <a:ext cx="3565479" cy="22733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2D8A1A-333C-41BE-A559-5636C74232D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954322" y="803237"/>
            <a:ext cx="2237678" cy="341901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25BF5A-1333-4118-B9F7-E937C817672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578574" y="4889591"/>
            <a:ext cx="4679700" cy="193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97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5617" y="302834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День 3. Разработка обработки для </a:t>
            </a:r>
            <a:r>
              <a:rPr lang="ru-RU" b="1" dirty="0" err="1"/>
              <a:t>Канбан</a:t>
            </a:r>
            <a:r>
              <a:rPr lang="ru-RU" b="1" dirty="0"/>
              <a:t>-доски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81904" y="1837038"/>
            <a:ext cx="8915400" cy="3777622"/>
          </a:xfrm>
        </p:spPr>
        <p:txBody>
          <a:bodyPr/>
          <a:lstStyle/>
          <a:p>
            <a:r>
              <a:rPr lang="ru-RU" b="1" dirty="0" err="1"/>
              <a:t>Канбан</a:t>
            </a:r>
            <a:r>
              <a:rPr lang="ru-RU" b="1" dirty="0"/>
              <a:t>-доска + Внешняя обработка</a:t>
            </a:r>
            <a:endParaRPr lang="ru-RU" dirty="0"/>
          </a:p>
          <a:p>
            <a:r>
              <a:rPr lang="ru-RU" dirty="0"/>
              <a:t>Разработал обработку </a:t>
            </a:r>
            <a:r>
              <a:rPr lang="ru-RU" b="1" dirty="0"/>
              <a:t>«</a:t>
            </a:r>
            <a:r>
              <a:rPr lang="ru-RU" b="1" dirty="0" err="1"/>
              <a:t>пр_ПроверкаКанбан.epf</a:t>
            </a:r>
            <a:r>
              <a:rPr lang="ru-RU" b="1" dirty="0"/>
              <a:t>»</a:t>
            </a:r>
            <a:r>
              <a:rPr lang="ru-RU" dirty="0"/>
              <a:t>:</a:t>
            </a:r>
          </a:p>
          <a:p>
            <a:r>
              <a:rPr lang="ru-RU" dirty="0"/>
              <a:t>Регистр сведений — хранение настроек уведомлений</a:t>
            </a:r>
          </a:p>
          <a:p>
            <a:r>
              <a:rPr lang="ru-RU" dirty="0"/>
              <a:t>Регистр накопления — защита от дублей</a:t>
            </a:r>
          </a:p>
          <a:p>
            <a:r>
              <a:rPr lang="ru-RU" dirty="0"/>
              <a:t>Динамическая форма — поля скрываются при отключении стадий</a:t>
            </a:r>
          </a:p>
          <a:p>
            <a:r>
              <a:rPr lang="ru-RU" b="1" dirty="0"/>
              <a:t>Результат:</a:t>
            </a:r>
            <a:r>
              <a:rPr lang="ru-RU" dirty="0"/>
              <a:t> Готовая обработка для контроля просроченных задач.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6D6849-C444-433D-96BA-45059D99AE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1959" y="4215160"/>
            <a:ext cx="3183270" cy="264283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86C5F1-CB4D-4798-95C3-2CECBE8D7B6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08876" y="4768811"/>
            <a:ext cx="5133975" cy="187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65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31092" y="541731"/>
            <a:ext cx="9873520" cy="1280890"/>
          </a:xfrm>
        </p:spPr>
        <p:txBody>
          <a:bodyPr/>
          <a:lstStyle/>
          <a:p>
            <a:r>
              <a:rPr lang="ru-RU" b="1" dirty="0"/>
              <a:t>День 4. </a:t>
            </a:r>
            <a:r>
              <a:rPr lang="ru-RU" b="1" dirty="0" err="1"/>
              <a:t>Git</a:t>
            </a:r>
            <a:r>
              <a:rPr lang="ru-RU" b="1" dirty="0"/>
              <a:t> и хранилище конфигураций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Git</a:t>
            </a:r>
            <a:r>
              <a:rPr lang="ru-RU" b="1" dirty="0"/>
              <a:t> + </a:t>
            </a:r>
            <a:r>
              <a:rPr lang="ru-RU" b="1" dirty="0" err="1"/>
              <a:t>GitLab</a:t>
            </a:r>
            <a:r>
              <a:rPr lang="ru-RU" b="1" dirty="0"/>
              <a:t> + Хранилище</a:t>
            </a:r>
            <a:endParaRPr lang="ru-RU" dirty="0"/>
          </a:p>
          <a:p>
            <a:r>
              <a:rPr lang="ru-RU" dirty="0"/>
              <a:t>Выгрузил базу данных в хранилище</a:t>
            </a:r>
          </a:p>
          <a:p>
            <a:r>
              <a:rPr lang="ru-RU" dirty="0"/>
              <a:t>Подключился к </a:t>
            </a:r>
            <a:r>
              <a:rPr lang="ru-RU" b="1" dirty="0" err="1"/>
              <a:t>GitLab</a:t>
            </a:r>
            <a:endParaRPr lang="ru-RU" dirty="0"/>
          </a:p>
          <a:p>
            <a:r>
              <a:rPr lang="ru-RU" dirty="0"/>
              <a:t>Загрузил файл .</a:t>
            </a:r>
            <a:r>
              <a:rPr lang="en-US" dirty="0" err="1"/>
              <a:t>cfe</a:t>
            </a:r>
            <a:endParaRPr lang="en-US" dirty="0"/>
          </a:p>
          <a:p>
            <a:r>
              <a:rPr lang="ru-RU" b="1" dirty="0"/>
              <a:t>Результат:</a:t>
            </a:r>
            <a:r>
              <a:rPr lang="ru-RU" dirty="0"/>
              <a:t> Конфигурация сохранена в системе контроля версий.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4F2081-A31A-48F5-9E41-613137A7F1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047588" y="1182176"/>
            <a:ext cx="1657350" cy="24384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E4FED0-B7F4-4033-8403-5B24D37764D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56010" y="4337824"/>
            <a:ext cx="3070302" cy="233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3471" y="263611"/>
            <a:ext cx="9791142" cy="1641389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День 5. Настройка SMB и общего доступа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13471" y="1664043"/>
            <a:ext cx="9791141" cy="4247179"/>
          </a:xfrm>
        </p:spPr>
        <p:txBody>
          <a:bodyPr/>
          <a:lstStyle/>
          <a:p>
            <a:r>
              <a:rPr lang="ru-RU" b="1" dirty="0"/>
              <a:t>Файловый сервер (SMB)</a:t>
            </a:r>
            <a:endParaRPr lang="ru-RU" dirty="0"/>
          </a:p>
          <a:p>
            <a:r>
              <a:rPr lang="ru-RU" dirty="0"/>
              <a:t>Создал файловую систему и общую папку</a:t>
            </a:r>
          </a:p>
          <a:p>
            <a:r>
              <a:rPr lang="ru-RU" dirty="0"/>
              <a:t>Настроил </a:t>
            </a:r>
            <a:r>
              <a:rPr lang="ru-RU" b="1" dirty="0"/>
              <a:t>SMB-протокол</a:t>
            </a:r>
            <a:endParaRPr lang="ru-RU" dirty="0"/>
          </a:p>
          <a:p>
            <a:r>
              <a:rPr lang="ru-RU" dirty="0"/>
              <a:t>Создал пользователя для доступа</a:t>
            </a:r>
          </a:p>
          <a:p>
            <a:r>
              <a:rPr lang="ru-RU" b="1" dirty="0"/>
              <a:t>Результат:</a:t>
            </a:r>
            <a:r>
              <a:rPr lang="ru-RU" dirty="0"/>
              <a:t> Общая папка доступна по сети, файлы загружаются и открываются.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5DC78B-8FB2-42B1-A3EA-2030C838A5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7388" y="4171540"/>
            <a:ext cx="3196954" cy="268646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DAE655-A5CC-4210-9DEF-AAED38F9A94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099796" y="4171538"/>
            <a:ext cx="4575854" cy="268646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4EE114-A0AC-40D7-B040-F3334E54218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731268" y="4165058"/>
            <a:ext cx="3460732" cy="260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0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7611" y="335786"/>
            <a:ext cx="9412201" cy="1280890"/>
          </a:xfrm>
        </p:spPr>
        <p:txBody>
          <a:bodyPr/>
          <a:lstStyle/>
          <a:p>
            <a:r>
              <a:rPr lang="ru-RU" b="1" dirty="0"/>
              <a:t>День 6. </a:t>
            </a:r>
            <a:r>
              <a:rPr lang="ru-RU" b="1" dirty="0" err="1"/>
              <a:t>Redis</a:t>
            </a:r>
            <a:r>
              <a:rPr lang="ru-RU" b="1" dirty="0"/>
              <a:t>, API и веб-сервер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88989" y="1008755"/>
            <a:ext cx="8915400" cy="3777622"/>
          </a:xfrm>
        </p:spPr>
        <p:txBody>
          <a:bodyPr/>
          <a:lstStyle/>
          <a:p>
            <a:r>
              <a:rPr lang="ru-RU" b="1" dirty="0" err="1"/>
              <a:t>Redis</a:t>
            </a:r>
            <a:r>
              <a:rPr lang="ru-RU" b="1" dirty="0"/>
              <a:t> + API + Веб-сервер</a:t>
            </a:r>
            <a:endParaRPr lang="ru-RU" dirty="0"/>
          </a:p>
          <a:p>
            <a:r>
              <a:rPr lang="ru-RU" dirty="0"/>
              <a:t>Настроил </a:t>
            </a:r>
            <a:r>
              <a:rPr lang="ru-RU" b="1" dirty="0" err="1"/>
              <a:t>PuTTY</a:t>
            </a:r>
            <a:r>
              <a:rPr lang="ru-RU" dirty="0"/>
              <a:t> для удалённого подключения</a:t>
            </a:r>
          </a:p>
          <a:p>
            <a:r>
              <a:rPr lang="ru-RU" dirty="0"/>
              <a:t>Установил </a:t>
            </a:r>
            <a:r>
              <a:rPr lang="ru-RU" b="1" dirty="0" err="1"/>
              <a:t>Redis</a:t>
            </a:r>
            <a:r>
              <a:rPr lang="ru-RU" dirty="0"/>
              <a:t>, задал пароль</a:t>
            </a:r>
          </a:p>
          <a:p>
            <a:r>
              <a:rPr lang="ru-RU" dirty="0"/>
              <a:t>Проверил подключение через </a:t>
            </a:r>
            <a:r>
              <a:rPr lang="ru-RU" dirty="0" err="1"/>
              <a:t>Redis</a:t>
            </a:r>
            <a:r>
              <a:rPr lang="ru-RU" dirty="0"/>
              <a:t> </a:t>
            </a:r>
            <a:r>
              <a:rPr lang="ru-RU" dirty="0" err="1"/>
              <a:t>Desktop</a:t>
            </a:r>
            <a:r>
              <a:rPr lang="ru-RU" dirty="0"/>
              <a:t> </a:t>
            </a:r>
            <a:r>
              <a:rPr lang="ru-RU" dirty="0" err="1"/>
              <a:t>Manager</a:t>
            </a:r>
            <a:endParaRPr lang="ru-RU" dirty="0"/>
          </a:p>
          <a:p>
            <a:r>
              <a:rPr lang="ru-RU" dirty="0"/>
              <a:t>Создал API и настроил окно авторизации</a:t>
            </a:r>
          </a:p>
          <a:p>
            <a:r>
              <a:rPr lang="ru-RU" dirty="0"/>
              <a:t>Установил </a:t>
            </a:r>
            <a:r>
              <a:rPr lang="ru-RU" dirty="0" err="1"/>
              <a:t>нейросеть</a:t>
            </a:r>
            <a:endParaRPr lang="ru-RU" dirty="0"/>
          </a:p>
          <a:p>
            <a:r>
              <a:rPr lang="ru-RU" b="1" dirty="0"/>
              <a:t>Результат:</a:t>
            </a:r>
            <a:r>
              <a:rPr lang="ru-RU" dirty="0"/>
              <a:t> Работающие </a:t>
            </a:r>
            <a:r>
              <a:rPr lang="ru-RU" dirty="0" err="1"/>
              <a:t>Redis</a:t>
            </a:r>
            <a:r>
              <a:rPr lang="ru-RU" dirty="0"/>
              <a:t> и API с авторизацией.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212EB9-D151-4C5A-AF2B-3E1072B589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3740" y="3936380"/>
            <a:ext cx="3598398" cy="292162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8DAC1D-8AFF-4CE2-B58D-7397EE1713D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47490" y="4383986"/>
            <a:ext cx="3598398" cy="247401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D99202-94D9-47C0-87C8-FFE62C2590B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367250" y="212372"/>
            <a:ext cx="2671522" cy="32166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B80C7B-4AAC-4D69-97C4-068BB7CCB54A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099231" y="3936380"/>
            <a:ext cx="5761735" cy="284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157322"/>
            <a:ext cx="8911687" cy="1280890"/>
          </a:xfrm>
        </p:spPr>
        <p:txBody>
          <a:bodyPr/>
          <a:lstStyle/>
          <a:p>
            <a:r>
              <a:rPr lang="ru-RU" b="1" dirty="0"/>
              <a:t>День 7. </a:t>
            </a:r>
            <a:r>
              <a:rPr lang="ru-RU" b="1" dirty="0" err="1"/>
              <a:t>WordPress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36443" y="797767"/>
            <a:ext cx="8915400" cy="3777622"/>
          </a:xfrm>
        </p:spPr>
        <p:txBody>
          <a:bodyPr/>
          <a:lstStyle/>
          <a:p>
            <a:r>
              <a:rPr lang="en-US" b="1" dirty="0"/>
              <a:t>Nginx + MySQL + PHP + WordPress</a:t>
            </a:r>
            <a:endParaRPr lang="en-US" dirty="0"/>
          </a:p>
          <a:p>
            <a:r>
              <a:rPr lang="ru-RU" dirty="0"/>
              <a:t>Установил и настроил </a:t>
            </a:r>
            <a:r>
              <a:rPr lang="en-US" b="1" dirty="0"/>
              <a:t>LAMP-</a:t>
            </a:r>
            <a:r>
              <a:rPr lang="ru-RU" b="1" dirty="0"/>
              <a:t>стек</a:t>
            </a:r>
            <a:r>
              <a:rPr lang="ru-RU" dirty="0"/>
              <a:t> (</a:t>
            </a:r>
            <a:r>
              <a:rPr lang="en-US" dirty="0"/>
              <a:t>Nginx, MySQL, PHP)</a:t>
            </a:r>
          </a:p>
          <a:p>
            <a:r>
              <a:rPr lang="ru-RU" dirty="0"/>
              <a:t>Создал БД и пользователя для </a:t>
            </a:r>
            <a:r>
              <a:rPr lang="en-US" dirty="0"/>
              <a:t>WordPress</a:t>
            </a:r>
          </a:p>
          <a:p>
            <a:r>
              <a:rPr lang="ru-RU" dirty="0"/>
              <a:t>Установил и настроил </a:t>
            </a:r>
            <a:r>
              <a:rPr lang="en-US" dirty="0"/>
              <a:t>WordPress</a:t>
            </a:r>
          </a:p>
          <a:p>
            <a:r>
              <a:rPr lang="ru-RU" b="1" dirty="0"/>
              <a:t>Результат:</a:t>
            </a:r>
            <a:r>
              <a:rPr lang="ru-RU" dirty="0"/>
              <a:t> Готовый работающий</a:t>
            </a:r>
            <a:r>
              <a:rPr lang="en-US" dirty="0"/>
              <a:t> </a:t>
            </a:r>
            <a:r>
              <a:rPr lang="ru-RU" dirty="0"/>
              <a:t>сайт колледжа на </a:t>
            </a:r>
            <a:r>
              <a:rPr lang="en-US" dirty="0"/>
              <a:t>WordPress.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3394F1-5797-4B3A-BFD4-4EBFE8579C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3718" y="2786939"/>
            <a:ext cx="3894175" cy="21530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7CFFD0-6035-40D6-A597-8DAF3601426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3718" y="5018049"/>
            <a:ext cx="3894175" cy="186292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D84F04-5D48-47F5-87AD-D096A18FC77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329655" y="2786939"/>
            <a:ext cx="3894175" cy="215305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C9D373-FB52-478C-B14E-5A13C98EFCD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307659" y="2786939"/>
            <a:ext cx="3726909" cy="215305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E17EED4-B045-4D94-B0CF-85519431C7C6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041749" y="4953626"/>
            <a:ext cx="2204720" cy="194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5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48298" y="2757710"/>
            <a:ext cx="8911687" cy="1280890"/>
          </a:xfrm>
        </p:spPr>
        <p:txBody>
          <a:bodyPr/>
          <a:lstStyle/>
          <a:p>
            <a:r>
              <a:rPr lang="ru-RU" b="1" dirty="0"/>
              <a:t>Спасибо за внимание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004455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163</TotalTime>
  <Words>356</Words>
  <Application>Microsoft Office PowerPoint</Application>
  <PresentationFormat>Широкоэкранный</PresentationFormat>
  <Paragraphs>52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Легкий дым</vt:lpstr>
      <vt:lpstr>Студент: Кононов Тимофей Александрович Группа: 23П-1 Специальность: 09.02.07 Информационные системы и программирование Руководитель практики: Калинин Арсений Олегович ПМ 04: Сопровождение и обслуживание программного обеспечения компьютерных систем</vt:lpstr>
      <vt:lpstr>День 1. Настройка виртуальной среды и Ubuntu </vt:lpstr>
      <vt:lpstr>День 2. Установка RedOS и работа с БД </vt:lpstr>
      <vt:lpstr>День 3. Разработка обработки для Канбан-доски </vt:lpstr>
      <vt:lpstr>День 4. Git и хранилище конфигураций</vt:lpstr>
      <vt:lpstr>День 5. Настройка SMB и общего доступа </vt:lpstr>
      <vt:lpstr>День 6. Redis, API и веб-сервер </vt:lpstr>
      <vt:lpstr>День 7. WordPress </vt:lpstr>
      <vt:lpstr>Спасибо за внимание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Студент: Кононов Тимофей Александрович Группа: 23П-1 Специальность: 09.02.07 Информационные системы и программирование ПМ 04: Сопровождение и обслуживание программного обеспечения компьютерных систем</dc:title>
  <dc:creator>Tim Ko</dc:creator>
  <cp:lastModifiedBy>DeepSeek Chma</cp:lastModifiedBy>
  <cp:revision>8</cp:revision>
  <dcterms:created xsi:type="dcterms:W3CDTF">2026-05-03T17:56:12Z</dcterms:created>
  <dcterms:modified xsi:type="dcterms:W3CDTF">2026-05-04T08:14:42Z</dcterms:modified>
</cp:coreProperties>
</file>