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7221" y="477794"/>
            <a:ext cx="11500021" cy="4308389"/>
          </a:xfrm>
        </p:spPr>
        <p:txBody>
          <a:bodyPr>
            <a:normAutofit fontScale="90000"/>
          </a:bodyPr>
          <a:lstStyle/>
          <a:p>
            <a:r>
              <a:rPr lang="ru-RU" sz="3800" b="1" dirty="0"/>
              <a:t>Студент:</a:t>
            </a:r>
            <a:r>
              <a:rPr lang="ru-RU" sz="3800" dirty="0"/>
              <a:t> Кононов Тимофей Александрович</a:t>
            </a:r>
            <a:r>
              <a:rPr lang="ru-RU" sz="3800" dirty="0"/>
              <a:t/>
            </a:r>
            <a:br>
              <a:rPr lang="ru-RU" sz="3800" dirty="0"/>
            </a:br>
            <a:r>
              <a:rPr lang="ru-RU" sz="3800" b="1" dirty="0"/>
              <a:t>Группа:</a:t>
            </a:r>
            <a:r>
              <a:rPr lang="ru-RU" sz="3800" dirty="0"/>
              <a:t> 23П-1</a:t>
            </a:r>
            <a:r>
              <a:rPr lang="ru-RU" sz="3800" dirty="0"/>
              <a:t/>
            </a:r>
            <a:br>
              <a:rPr lang="ru-RU" sz="3800" dirty="0"/>
            </a:br>
            <a:r>
              <a:rPr lang="ru-RU" sz="3800" b="1" dirty="0"/>
              <a:t>Специальность:</a:t>
            </a:r>
            <a:r>
              <a:rPr lang="ru-RU" sz="3800" dirty="0"/>
              <a:t> 09.02.07 Информационные системы и </a:t>
            </a:r>
            <a:r>
              <a:rPr lang="ru-RU" sz="3800" dirty="0" smtClean="0"/>
              <a:t>программирование</a:t>
            </a:r>
            <a:br>
              <a:rPr lang="ru-RU" sz="3800" dirty="0" smtClean="0"/>
            </a:br>
            <a:r>
              <a:rPr lang="ru-RU" sz="3800" b="1" dirty="0" smtClean="0"/>
              <a:t>Руководитель практики</a:t>
            </a:r>
            <a:r>
              <a:rPr lang="en-US" sz="3800" b="1" dirty="0" smtClean="0"/>
              <a:t>: </a:t>
            </a:r>
            <a:r>
              <a:rPr lang="ru-RU" sz="3800" dirty="0" smtClean="0"/>
              <a:t>Калинин Арсений Олегович</a:t>
            </a:r>
            <a:r>
              <a:rPr lang="ru-RU" sz="3800" dirty="0"/>
              <a:t/>
            </a:r>
            <a:br>
              <a:rPr lang="ru-RU" sz="3800" dirty="0"/>
            </a:br>
            <a:r>
              <a:rPr lang="ru-RU" sz="3800" b="1" dirty="0"/>
              <a:t>ПМ 04:</a:t>
            </a:r>
            <a:r>
              <a:rPr lang="ru-RU" sz="3800" dirty="0"/>
              <a:t> Сопровождение и обслуживание программного обеспечения компьютерных систем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1111564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5616" y="11336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1. Настройка виртуальной среды и </a:t>
            </a:r>
            <a:r>
              <a:rPr lang="ru-RU" b="1" dirty="0" err="1"/>
              <a:t>Ubuntu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3007" y="1565190"/>
            <a:ext cx="8915400" cy="3777622"/>
          </a:xfrm>
        </p:spPr>
        <p:txBody>
          <a:bodyPr/>
          <a:lstStyle/>
          <a:p>
            <a:r>
              <a:rPr lang="en-US" b="1" dirty="0" err="1" smtClean="0"/>
              <a:t>VirtualBox</a:t>
            </a:r>
            <a:r>
              <a:rPr lang="en-US" b="1" dirty="0" smtClean="0"/>
              <a:t> </a:t>
            </a:r>
            <a:r>
              <a:rPr lang="en-US" b="1" dirty="0"/>
              <a:t>+ Ubuntu Server</a:t>
            </a:r>
            <a:endParaRPr lang="en-US" dirty="0"/>
          </a:p>
          <a:p>
            <a:r>
              <a:rPr lang="ru-RU" dirty="0"/>
              <a:t>Установил </a:t>
            </a:r>
            <a:r>
              <a:rPr lang="en-US" b="1" dirty="0"/>
              <a:t>Oracle </a:t>
            </a:r>
            <a:r>
              <a:rPr lang="en-US" b="1" dirty="0" err="1"/>
              <a:t>VirtualBox</a:t>
            </a:r>
            <a:endParaRPr lang="en-US" dirty="0"/>
          </a:p>
          <a:p>
            <a:r>
              <a:rPr lang="ru-RU" dirty="0"/>
              <a:t>Развернул </a:t>
            </a:r>
            <a:r>
              <a:rPr lang="en-US" b="1" dirty="0"/>
              <a:t>Ubuntu Server</a:t>
            </a:r>
            <a:r>
              <a:rPr lang="en-US" dirty="0"/>
              <a:t>, </a:t>
            </a:r>
            <a:r>
              <a:rPr lang="ru-RU" dirty="0"/>
              <a:t>создал пользователя</a:t>
            </a:r>
          </a:p>
          <a:p>
            <a:r>
              <a:rPr lang="ru-RU" dirty="0"/>
              <a:t>Установил через терминал:</a:t>
            </a:r>
          </a:p>
          <a:p>
            <a:pPr lvl="1"/>
            <a:r>
              <a:rPr lang="ru-RU" dirty="0"/>
              <a:t>Антивирус </a:t>
            </a:r>
            <a:r>
              <a:rPr lang="en-US" dirty="0" err="1"/>
              <a:t>ClamAV</a:t>
            </a:r>
            <a:endParaRPr lang="en-US" dirty="0"/>
          </a:p>
          <a:p>
            <a:pPr lvl="1"/>
            <a:r>
              <a:rPr lang="ru-RU" dirty="0"/>
              <a:t>Архиватор 7</a:t>
            </a:r>
            <a:r>
              <a:rPr lang="en-US" dirty="0"/>
              <a:t>zip</a:t>
            </a:r>
          </a:p>
          <a:p>
            <a:pPr lvl="1"/>
            <a:r>
              <a:rPr lang="en-US" dirty="0" err="1"/>
              <a:t>LibreOffice</a:t>
            </a:r>
            <a:r>
              <a:rPr lang="en-US" dirty="0"/>
              <a:t>, Firefox, Evince (PDF)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Готовая виртуальная машина с </a:t>
            </a:r>
            <a:r>
              <a:rPr lang="en-US" dirty="0"/>
              <a:t>Ubuntu </a:t>
            </a:r>
            <a:r>
              <a:rPr lang="ru-RU" dirty="0"/>
              <a:t>и базовым ПО.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17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4957" y="162792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2. Установка </a:t>
            </a:r>
            <a:r>
              <a:rPr lang="ru-RU" b="1" dirty="0" err="1"/>
              <a:t>RedOS</a:t>
            </a:r>
            <a:r>
              <a:rPr lang="ru-RU" b="1" dirty="0"/>
              <a:t> и работа с БД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1244" y="1128584"/>
            <a:ext cx="9643978" cy="4975654"/>
          </a:xfrm>
        </p:spPr>
        <p:txBody>
          <a:bodyPr/>
          <a:lstStyle/>
          <a:p>
            <a:r>
              <a:rPr lang="en-US" b="1" dirty="0" err="1"/>
              <a:t>RedOS</a:t>
            </a:r>
            <a:r>
              <a:rPr lang="en-US" b="1" dirty="0"/>
              <a:t> + </a:t>
            </a:r>
            <a:r>
              <a:rPr lang="en-US" b="1" dirty="0" err="1"/>
              <a:t>RedDataBase</a:t>
            </a:r>
            <a:endParaRPr lang="en-US" dirty="0"/>
          </a:p>
          <a:p>
            <a:r>
              <a:rPr lang="ru-RU" dirty="0"/>
              <a:t>Развернул </a:t>
            </a:r>
            <a:r>
              <a:rPr lang="en-US" b="1" dirty="0" err="1"/>
              <a:t>RedOS</a:t>
            </a:r>
            <a:r>
              <a:rPr lang="en-US" dirty="0"/>
              <a:t>, </a:t>
            </a:r>
            <a:r>
              <a:rPr lang="ru-RU" dirty="0"/>
              <a:t>обновил систему</a:t>
            </a:r>
          </a:p>
          <a:p>
            <a:r>
              <a:rPr lang="ru-RU" dirty="0"/>
              <a:t>Установил: </a:t>
            </a:r>
            <a:r>
              <a:rPr lang="en-US" dirty="0" err="1"/>
              <a:t>LibreOffice</a:t>
            </a:r>
            <a:r>
              <a:rPr lang="en-US" dirty="0"/>
              <a:t>, </a:t>
            </a:r>
            <a:r>
              <a:rPr lang="en-US" dirty="0" err="1"/>
              <a:t>PeaZip</a:t>
            </a:r>
            <a:r>
              <a:rPr lang="en-US" dirty="0"/>
              <a:t>, PDF-reader, LMD, VS Code</a:t>
            </a:r>
          </a:p>
          <a:p>
            <a:r>
              <a:rPr lang="ru-RU" dirty="0"/>
              <a:t>Установил </a:t>
            </a:r>
            <a:r>
              <a:rPr lang="en-US" b="1" dirty="0" err="1"/>
              <a:t>RedDataBase</a:t>
            </a:r>
            <a:endParaRPr lang="en-US" dirty="0"/>
          </a:p>
          <a:p>
            <a:r>
              <a:rPr lang="ru-RU" dirty="0"/>
              <a:t>Создал и заполнил тестовую таблицу:</a:t>
            </a:r>
          </a:p>
          <a:p>
            <a:pPr lvl="1"/>
            <a:r>
              <a:rPr lang="en-US" dirty="0"/>
              <a:t>ID, 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, age, </a:t>
            </a:r>
            <a:r>
              <a:rPr lang="en-US" dirty="0" err="1"/>
              <a:t>Groupname</a:t>
            </a:r>
            <a:endParaRPr lang="en-US" dirty="0"/>
          </a:p>
          <a:p>
            <a:r>
              <a:rPr lang="ru-RU" b="1" dirty="0"/>
              <a:t>Результат:</a:t>
            </a:r>
            <a:r>
              <a:rPr lang="ru-RU" dirty="0"/>
              <a:t> Работающая БД с тестовыми данными. 1С установить не удалось.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69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5617" y="302834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3. Разработка обработки для </a:t>
            </a:r>
            <a:r>
              <a:rPr lang="ru-RU" b="1" dirty="0" err="1"/>
              <a:t>Канбан</a:t>
            </a:r>
            <a:r>
              <a:rPr lang="ru-RU" b="1" dirty="0"/>
              <a:t>-доски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1904" y="1837038"/>
            <a:ext cx="8915400" cy="3777622"/>
          </a:xfrm>
        </p:spPr>
        <p:txBody>
          <a:bodyPr/>
          <a:lstStyle/>
          <a:p>
            <a:r>
              <a:rPr lang="ru-RU" b="1" dirty="0" err="1"/>
              <a:t>Канбан</a:t>
            </a:r>
            <a:r>
              <a:rPr lang="ru-RU" b="1" dirty="0"/>
              <a:t>-доска + Внешняя обработка</a:t>
            </a:r>
            <a:endParaRPr lang="ru-RU" dirty="0"/>
          </a:p>
          <a:p>
            <a:r>
              <a:rPr lang="ru-RU" dirty="0"/>
              <a:t>Разработал обработку </a:t>
            </a:r>
            <a:r>
              <a:rPr lang="ru-RU" b="1" dirty="0"/>
              <a:t>«</a:t>
            </a:r>
            <a:r>
              <a:rPr lang="ru-RU" b="1" dirty="0" err="1"/>
              <a:t>пр_ПроверкаКанбан.epf</a:t>
            </a:r>
            <a:r>
              <a:rPr lang="ru-RU" b="1" dirty="0"/>
              <a:t>»</a:t>
            </a:r>
            <a:r>
              <a:rPr lang="ru-RU" dirty="0"/>
              <a:t>:</a:t>
            </a:r>
          </a:p>
          <a:p>
            <a:r>
              <a:rPr lang="ru-RU" dirty="0"/>
              <a:t>Регистр сведений — хранение настроек уведомлений</a:t>
            </a:r>
          </a:p>
          <a:p>
            <a:r>
              <a:rPr lang="ru-RU" dirty="0"/>
              <a:t>Регистр накопления — защита от дублей</a:t>
            </a:r>
          </a:p>
          <a:p>
            <a:r>
              <a:rPr lang="ru-RU" dirty="0"/>
              <a:t>Динамическая форма — поля скрываются при отключении стадий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Готовая обработка для контроля просроченных задач.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065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31092" y="541731"/>
            <a:ext cx="9873520" cy="1280890"/>
          </a:xfrm>
        </p:spPr>
        <p:txBody>
          <a:bodyPr/>
          <a:lstStyle/>
          <a:p>
            <a:r>
              <a:rPr lang="ru-RU" b="1" dirty="0"/>
              <a:t>День 4. </a:t>
            </a:r>
            <a:r>
              <a:rPr lang="ru-RU" b="1" dirty="0" err="1"/>
              <a:t>Git</a:t>
            </a:r>
            <a:r>
              <a:rPr lang="ru-RU" b="1" dirty="0"/>
              <a:t> и хранилище конфигураций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Git</a:t>
            </a:r>
            <a:r>
              <a:rPr lang="ru-RU" b="1" dirty="0"/>
              <a:t> + </a:t>
            </a:r>
            <a:r>
              <a:rPr lang="ru-RU" b="1" dirty="0" err="1"/>
              <a:t>GitLab</a:t>
            </a:r>
            <a:r>
              <a:rPr lang="ru-RU" b="1" dirty="0"/>
              <a:t> + Хранилище</a:t>
            </a:r>
            <a:endParaRPr lang="ru-RU" dirty="0"/>
          </a:p>
          <a:p>
            <a:r>
              <a:rPr lang="ru-RU" dirty="0"/>
              <a:t>Выгрузил базу данных в хранилище</a:t>
            </a:r>
          </a:p>
          <a:p>
            <a:r>
              <a:rPr lang="ru-RU" dirty="0"/>
              <a:t>Подключился к </a:t>
            </a:r>
            <a:r>
              <a:rPr lang="ru-RU" b="1" dirty="0" err="1"/>
              <a:t>GitLab</a:t>
            </a:r>
            <a:endParaRPr lang="ru-RU" dirty="0"/>
          </a:p>
          <a:p>
            <a:r>
              <a:rPr lang="ru-RU" dirty="0"/>
              <a:t>Загрузил </a:t>
            </a:r>
            <a:r>
              <a:rPr lang="ru-RU" dirty="0" smtClean="0"/>
              <a:t>файл .</a:t>
            </a:r>
            <a:r>
              <a:rPr lang="en-US" dirty="0" err="1" smtClean="0"/>
              <a:t>cfe</a:t>
            </a:r>
            <a:endParaRPr lang="en-US" dirty="0" smtClean="0"/>
          </a:p>
          <a:p>
            <a:r>
              <a:rPr lang="ru-RU" b="1" dirty="0"/>
              <a:t>Результат:</a:t>
            </a:r>
            <a:r>
              <a:rPr lang="ru-RU" dirty="0"/>
              <a:t> Конфигурация сохранена в системе контроля версий.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1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3471" y="263611"/>
            <a:ext cx="9791142" cy="164138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День 5. Настройка SMB и общего доступа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13471" y="1664043"/>
            <a:ext cx="9791141" cy="4247179"/>
          </a:xfrm>
        </p:spPr>
        <p:txBody>
          <a:bodyPr/>
          <a:lstStyle/>
          <a:p>
            <a:r>
              <a:rPr lang="ru-RU" b="1" dirty="0"/>
              <a:t>Файловый сервер (SMB)</a:t>
            </a:r>
            <a:endParaRPr lang="ru-RU" dirty="0"/>
          </a:p>
          <a:p>
            <a:r>
              <a:rPr lang="ru-RU" dirty="0"/>
              <a:t>Создал файловую систему и общую папку</a:t>
            </a:r>
          </a:p>
          <a:p>
            <a:r>
              <a:rPr lang="ru-RU" dirty="0"/>
              <a:t>Настроил </a:t>
            </a:r>
            <a:r>
              <a:rPr lang="ru-RU" b="1" dirty="0"/>
              <a:t>SMB-протокол</a:t>
            </a:r>
            <a:endParaRPr lang="ru-RU" dirty="0"/>
          </a:p>
          <a:p>
            <a:r>
              <a:rPr lang="ru-RU" dirty="0"/>
              <a:t>Создал пользователя для доступа</a:t>
            </a:r>
          </a:p>
          <a:p>
            <a:r>
              <a:rPr lang="ru-RU" b="1" dirty="0"/>
              <a:t>Результат:</a:t>
            </a:r>
            <a:r>
              <a:rPr lang="ru-RU" dirty="0"/>
              <a:t> Общая папка доступна по сети, файлы загружаются и открываются.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430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7611" y="335786"/>
            <a:ext cx="9412201" cy="1280890"/>
          </a:xfrm>
        </p:spPr>
        <p:txBody>
          <a:bodyPr/>
          <a:lstStyle/>
          <a:p>
            <a:r>
              <a:rPr lang="ru-RU" b="1" dirty="0"/>
              <a:t>День 6. </a:t>
            </a:r>
            <a:r>
              <a:rPr lang="ru-RU" b="1" dirty="0" err="1"/>
              <a:t>Redis</a:t>
            </a:r>
            <a:r>
              <a:rPr lang="ru-RU" b="1" dirty="0"/>
              <a:t>, API и веб-сервер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7611" y="1616676"/>
            <a:ext cx="8915400" cy="3777622"/>
          </a:xfrm>
        </p:spPr>
        <p:txBody>
          <a:bodyPr/>
          <a:lstStyle/>
          <a:p>
            <a:r>
              <a:rPr lang="ru-RU" b="1" dirty="0" err="1"/>
              <a:t>Redis</a:t>
            </a:r>
            <a:r>
              <a:rPr lang="ru-RU" b="1" dirty="0"/>
              <a:t> + API + Веб-сервер</a:t>
            </a:r>
            <a:endParaRPr lang="ru-RU" dirty="0"/>
          </a:p>
          <a:p>
            <a:r>
              <a:rPr lang="ru-RU" dirty="0"/>
              <a:t>Настроил </a:t>
            </a:r>
            <a:r>
              <a:rPr lang="ru-RU" b="1" dirty="0" err="1"/>
              <a:t>PuTTY</a:t>
            </a:r>
            <a:r>
              <a:rPr lang="ru-RU" dirty="0"/>
              <a:t> для удалённого подключения</a:t>
            </a:r>
          </a:p>
          <a:p>
            <a:r>
              <a:rPr lang="ru-RU" dirty="0"/>
              <a:t>Установил </a:t>
            </a:r>
            <a:r>
              <a:rPr lang="ru-RU" b="1" dirty="0" err="1"/>
              <a:t>Redis</a:t>
            </a:r>
            <a:r>
              <a:rPr lang="ru-RU" dirty="0"/>
              <a:t>, задал пароль</a:t>
            </a:r>
          </a:p>
          <a:p>
            <a:r>
              <a:rPr lang="ru-RU" dirty="0"/>
              <a:t>Проверил подключение через </a:t>
            </a:r>
            <a:r>
              <a:rPr lang="ru-RU" dirty="0" err="1"/>
              <a:t>Redis</a:t>
            </a:r>
            <a:r>
              <a:rPr lang="ru-RU" dirty="0"/>
              <a:t> </a:t>
            </a:r>
            <a:r>
              <a:rPr lang="ru-RU" dirty="0" err="1"/>
              <a:t>Desktop</a:t>
            </a:r>
            <a:r>
              <a:rPr lang="ru-RU" dirty="0"/>
              <a:t> </a:t>
            </a:r>
            <a:r>
              <a:rPr lang="ru-RU" dirty="0" err="1"/>
              <a:t>Manager</a:t>
            </a:r>
            <a:endParaRPr lang="ru-RU" dirty="0"/>
          </a:p>
          <a:p>
            <a:r>
              <a:rPr lang="ru-RU" dirty="0"/>
              <a:t>Создал API и настроил окно авторизации</a:t>
            </a:r>
          </a:p>
          <a:p>
            <a:r>
              <a:rPr lang="ru-RU" dirty="0"/>
              <a:t>Установил </a:t>
            </a:r>
            <a:r>
              <a:rPr lang="ru-RU" dirty="0" err="1"/>
              <a:t>нейросеть</a:t>
            </a:r>
            <a:endParaRPr lang="ru-RU" dirty="0"/>
          </a:p>
          <a:p>
            <a:r>
              <a:rPr lang="ru-RU" b="1" dirty="0"/>
              <a:t>Результат:</a:t>
            </a:r>
            <a:r>
              <a:rPr lang="ru-RU" dirty="0"/>
              <a:t> Работающие </a:t>
            </a:r>
            <a:r>
              <a:rPr lang="ru-RU" dirty="0" err="1"/>
              <a:t>Redis</a:t>
            </a:r>
            <a:r>
              <a:rPr lang="ru-RU" dirty="0"/>
              <a:t> и API с авторизацией.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933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63" y="467591"/>
            <a:ext cx="8911687" cy="1280890"/>
          </a:xfrm>
        </p:spPr>
        <p:txBody>
          <a:bodyPr/>
          <a:lstStyle/>
          <a:p>
            <a:r>
              <a:rPr lang="ru-RU" b="1" dirty="0"/>
              <a:t>День 7. </a:t>
            </a:r>
            <a:r>
              <a:rPr lang="ru-RU" b="1" dirty="0" err="1" smtClean="0"/>
              <a:t>WordPress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7850" y="2108886"/>
            <a:ext cx="8915400" cy="3777622"/>
          </a:xfrm>
        </p:spPr>
        <p:txBody>
          <a:bodyPr/>
          <a:lstStyle/>
          <a:p>
            <a:r>
              <a:rPr lang="en-US" b="1" dirty="0"/>
              <a:t>Nginx + MySQL + PHP + WordPress</a:t>
            </a:r>
            <a:endParaRPr lang="en-US" dirty="0"/>
          </a:p>
          <a:p>
            <a:r>
              <a:rPr lang="ru-RU" dirty="0"/>
              <a:t>Установил и настроил </a:t>
            </a:r>
            <a:r>
              <a:rPr lang="en-US" b="1" dirty="0"/>
              <a:t>LAMP-</a:t>
            </a:r>
            <a:r>
              <a:rPr lang="ru-RU" b="1" dirty="0"/>
              <a:t>стек</a:t>
            </a:r>
            <a:r>
              <a:rPr lang="ru-RU" dirty="0"/>
              <a:t> (</a:t>
            </a:r>
            <a:r>
              <a:rPr lang="en-US" dirty="0"/>
              <a:t>Nginx, MySQL, PHP)</a:t>
            </a:r>
          </a:p>
          <a:p>
            <a:r>
              <a:rPr lang="ru-RU" dirty="0"/>
              <a:t>Создал БД и пользователя для </a:t>
            </a:r>
            <a:r>
              <a:rPr lang="en-US" dirty="0"/>
              <a:t>WordPress</a:t>
            </a:r>
          </a:p>
          <a:p>
            <a:r>
              <a:rPr lang="ru-RU" dirty="0"/>
              <a:t>Установил и настроил </a:t>
            </a:r>
            <a:r>
              <a:rPr lang="en-US" dirty="0"/>
              <a:t>WordPress</a:t>
            </a:r>
          </a:p>
          <a:p>
            <a:r>
              <a:rPr lang="ru-RU" b="1" dirty="0"/>
              <a:t>Результат:</a:t>
            </a:r>
            <a:r>
              <a:rPr lang="ru-RU" dirty="0"/>
              <a:t> Готовый </a:t>
            </a:r>
            <a:r>
              <a:rPr lang="ru-RU" dirty="0" smtClean="0"/>
              <a:t>работающий</a:t>
            </a:r>
            <a:r>
              <a:rPr lang="en-US" dirty="0" smtClean="0"/>
              <a:t> </a:t>
            </a:r>
            <a:r>
              <a:rPr lang="ru-RU" dirty="0" smtClean="0"/>
              <a:t>сайт колледжа </a:t>
            </a:r>
            <a:r>
              <a:rPr lang="ru-RU" dirty="0"/>
              <a:t>на </a:t>
            </a:r>
            <a:r>
              <a:rPr lang="en-US" dirty="0"/>
              <a:t>WordPress.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145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48298" y="2757710"/>
            <a:ext cx="8911687" cy="1280890"/>
          </a:xfrm>
        </p:spPr>
        <p:txBody>
          <a:bodyPr/>
          <a:lstStyle/>
          <a:p>
            <a:r>
              <a:rPr lang="ru-RU" b="1" dirty="0"/>
              <a:t>Спасибо за внимание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004455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151</TotalTime>
  <Words>380</Words>
  <Application>Microsoft Office PowerPoint</Application>
  <PresentationFormat>Широкоэкранный</PresentationFormat>
  <Paragraphs>52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Легкий дым</vt:lpstr>
      <vt:lpstr>Студент: Кононов Тимофей Александрович Группа: 23П-1 Специальность: 09.02.07 Информационные системы и программирование Руководитель практики: Калинин Арсений Олегович ПМ 04: Сопровождение и обслуживание программного обеспечения компьютерных систем</vt:lpstr>
      <vt:lpstr>День 1. Настройка виртуальной среды и Ubuntu </vt:lpstr>
      <vt:lpstr>День 2. Установка RedOS и работа с БД </vt:lpstr>
      <vt:lpstr>День 3. Разработка обработки для Канбан-доски </vt:lpstr>
      <vt:lpstr>День 4. Git и хранилище конфигураций</vt:lpstr>
      <vt:lpstr>День 5. Настройка SMB и общего доступа </vt:lpstr>
      <vt:lpstr>День 6. Redis, API и веб-сервер </vt:lpstr>
      <vt:lpstr>День 7. WordPress 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Студент: Кононов Тимофей Александрович Группа: 23П-1 Специальность: 09.02.07 Информационные системы и программирование ПМ 04: Сопровождение и обслуживание программного обеспечения компьютерных систем</dc:title>
  <dc:creator>Tim Ko</dc:creator>
  <cp:lastModifiedBy>Tim Ko</cp:lastModifiedBy>
  <cp:revision>3</cp:revision>
  <dcterms:created xsi:type="dcterms:W3CDTF">2026-05-03T17:56:12Z</dcterms:created>
  <dcterms:modified xsi:type="dcterms:W3CDTF">2026-05-03T20:28:07Z</dcterms:modified>
</cp:coreProperties>
</file>